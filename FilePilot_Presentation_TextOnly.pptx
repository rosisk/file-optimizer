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1"/>
    <p:sldMasterId id="2147483710" r:id="rId2"/>
  </p:sldMasterIdLst>
  <p:notesMasterIdLst>
    <p:notesMasterId r:id="rId24"/>
  </p:notesMasterIdLst>
  <p:sldIdLst>
    <p:sldId id="257" r:id="rId3"/>
    <p:sldId id="258" r:id="rId4"/>
    <p:sldId id="260" r:id="rId5"/>
    <p:sldId id="263" r:id="rId6"/>
    <p:sldId id="264" r:id="rId7"/>
    <p:sldId id="269" r:id="rId8"/>
    <p:sldId id="265" r:id="rId9"/>
    <p:sldId id="259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67" r:id="rId18"/>
    <p:sldId id="266" r:id="rId19"/>
    <p:sldId id="262" r:id="rId20"/>
    <p:sldId id="271" r:id="rId21"/>
    <p:sldId id="270" r:id="rId22"/>
    <p:sldId id="26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4EDCC-62F1-49E6-837B-D272908C9A5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E7BCE-6F26-477C-9EE4-1B6C28247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254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34023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7807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3806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23800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335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7230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2912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2089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2516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15450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35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61943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3026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9275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79628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9745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3064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6653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31555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ac7443effa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ac7443effa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67641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0" name="Google Shape;27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40178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87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9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0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2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897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547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02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00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29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792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859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2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972433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1472" y="2771833"/>
            <a:ext cx="50324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4965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654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38936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5574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6197600" y="1600200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3733"/>
            </a:lvl1pPr>
            <a:lvl2pPr marL="1219170" lvl="1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3200"/>
            </a:lvl2pPr>
            <a:lvl3pPr marL="1828754" lvl="2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2400"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2400"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568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5333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667">
                <a:solidFill>
                  <a:srgbClr val="888888"/>
                </a:solidFill>
              </a:defRPr>
            </a:lvl1pPr>
            <a:lvl2pPr marL="1219170" lvl="1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2400">
                <a:solidFill>
                  <a:srgbClr val="888888"/>
                </a:solidFill>
              </a:defRPr>
            </a:lvl2pPr>
            <a:lvl3pPr marL="1828754" lvl="2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2133">
                <a:solidFill>
                  <a:srgbClr val="888888"/>
                </a:solidFill>
              </a:defRPr>
            </a:lvl3pPr>
            <a:lvl4pPr marL="2438339" lvl="3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4pPr>
            <a:lvl5pPr marL="3047924" lvl="4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5pPr>
            <a:lvl6pPr marL="3657509" lvl="5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6pPr>
            <a:lvl7pPr marL="4267093" lvl="6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7pPr>
            <a:lvl8pPr marL="4876678" lvl="7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8pPr>
            <a:lvl9pPr marL="5486263" lvl="8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867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002804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1"/>
            </a:lvl1pPr>
            <a:lvl2pPr marL="1219170" lvl="1" indent="-304792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 b="1"/>
            </a:lvl2pPr>
            <a:lvl3pPr marL="1828754" lvl="2" indent="-30479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 b="1"/>
            </a:lvl3pPr>
            <a:lvl4pPr marL="2438339" lvl="3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4pPr>
            <a:lvl5pPr marL="3047924" lvl="4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5pPr>
            <a:lvl6pPr marL="3657509" lvl="5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6pPr>
            <a:lvl7pPr marL="4267093" lvl="6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7pPr>
            <a:lvl8pPr marL="4876678" lvl="7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8pPr>
            <a:lvl9pPr marL="5486263" lvl="8" indent="-304792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1pPr>
            <a:lvl2pPr marL="1219170" lvl="1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2400"/>
            </a:lvl3pPr>
            <a:lvl4pPr marL="2438339" lvl="3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2133"/>
            </a:lvl4pPr>
            <a:lvl5pPr marL="3047924" lvl="4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2133"/>
            </a:lvl5pPr>
            <a:lvl6pPr marL="3657509" lvl="5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6pPr>
            <a:lvl7pPr marL="4267093" lvl="6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7pPr>
            <a:lvl8pPr marL="4876678" lvl="7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8pPr>
            <a:lvl9pPr marL="5486263" lvl="8" indent="-440256" algn="l">
              <a:lnSpc>
                <a:spcPct val="100000"/>
              </a:lnSpc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2133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45754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0982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3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575719" algn="l">
              <a:lnSpc>
                <a:spcPct val="100000"/>
              </a:lnSpc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4267"/>
            </a:lvl1pPr>
            <a:lvl2pPr marL="1219170" lvl="1" indent="-541853" algn="l">
              <a:lnSpc>
                <a:spcPct val="100000"/>
              </a:lnSpc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3733"/>
            </a:lvl2pPr>
            <a:lvl3pPr marL="1828754" lvl="2" indent="-507987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3200"/>
            </a:lvl3pPr>
            <a:lvl4pPr marL="2438339" lvl="3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667"/>
            </a:lvl4pPr>
            <a:lvl5pPr marL="3047924" lvl="4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667"/>
            </a:lvl5pPr>
            <a:lvl6pPr marL="3657509" lvl="5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6pPr>
            <a:lvl7pPr marL="4267093" lvl="6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7pPr>
            <a:lvl8pPr marL="4876678" lvl="7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8pPr>
            <a:lvl9pPr marL="5486263" lvl="8" indent="-474121" algn="l">
              <a:lnSpc>
                <a:spcPct val="10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8137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667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304792" algn="l">
              <a:lnSpc>
                <a:spcPct val="100000"/>
              </a:lnSpc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67"/>
            </a:lvl1pPr>
            <a:lvl2pPr marL="1219170" lvl="1" indent="-304792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2pPr>
            <a:lvl3pPr marL="1828754" lvl="2" indent="-304792" algn="l">
              <a:lnSpc>
                <a:spcPct val="100000"/>
              </a:lnSpc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33"/>
            </a:lvl3pPr>
            <a:lvl4pPr marL="2438339" lvl="3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4pPr>
            <a:lvl5pPr marL="3047924" lvl="4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5pPr>
            <a:lvl6pPr marL="3657509" lvl="5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6pPr>
            <a:lvl7pPr marL="4267093" lvl="6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7pPr>
            <a:lvl8pPr marL="4876678" lvl="7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8pPr>
            <a:lvl9pPr marL="5486263" lvl="8" indent="-304792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2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072449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9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3352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0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800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1219170" lvl="1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828754" lvl="2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2438339" lvl="3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3047924" lvl="4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3657509" lvl="5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5862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30BAE8-A376-445B-AE9A-514F1A8E1A91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0C2B7-148D-4EB0-B5FF-22C86FAE70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116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177626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2400" dirty="0" b="1">
                <a:latin typeface="Times New Roman"/>
                <a:cs typeface="Times New Roman"/>
              </a:rPr>
              <a:t>FilePilot: A Multi-Layer Windows File Manager Using C++ and C#</a:t>
            </a:r>
            <a:endParaRPr lang="en-US" sz="24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None/>
            </a:pPr>
            <a:r>
              <a:rPr lang="en-US" sz="1700" dirty="0">
                <a:latin typeface="Times New Roman"/>
                <a:cs typeface="Times New Roman"/>
              </a:rPr>
              <a:t>A Project Presentation</a:t>
            </a:r>
            <a:endParaRPr lang="en-US" sz="17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Submitted By: [Your Name(s)]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Roll No.: [Your Roll Number(s)]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BSc. CSIT Final Project Presentation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Tribhuvan University, Nepal</a:t>
            </a:r>
            <a:endParaRPr lang="en-US" sz="15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500" dirty="0">
                <a:latin typeface="Times New Roman"/>
                <a:cs typeface="Times New Roman"/>
              </a:rPr>
              <a:t>Under the Supervision of [Supervisor Name]</a:t>
            </a:r>
            <a:endParaRPr lang="en-US"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Table of Contents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Introduction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Problem Statement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Objectives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Development Methodology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Core Features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System Architecture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Duplicate Detection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Compression and File Operations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Result Analysis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Testing, Conclusion, and Demo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Introduction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3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FilePilot is a Windows desktop file management application.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combines a native C++ core with a C# WinForms graphical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demonstrates a practical multi-language software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supports real file operations instead of being only a UI mockup.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main goal is to balance system-level capability with user-friendly interaction.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Problem Statement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4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Many academic desktop projects do not reflect real production-style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 file manager needs both low-level file-system access and a responsive user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Using one language for everything can make structure less realistic for this use case.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challenge is to keep the core efficient while keeping the interface easy to build and extend.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Objectives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5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 a functional Windows file manager with essential file and folder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Implement performance-sensitive logic in C++20.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Build the desktop interface in C# WinForms.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Connect both layers through a native DLL using P/Invoke.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Add search, sorting, compression, duplicate detection, and analysis features.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Development Methodology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6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follows an incremental development model.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1: basic navigation and directory listing.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2: DLL bridge and C# interoperability.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3: search, sorting, opening, and file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Phase 4: compression, duplicate detection, analysis panel, and usability improvements.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Core Features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7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Navigate folders and open files with their default applications.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Create, rename, delete, copy, cut, and paste files and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directory contents by name, size, and modified time.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 and decompress using Zstandard and ZIP.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Detect duplicates by filename and by file content.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Run analysis and benchmark utilities from a separate panel.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System Architecture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8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1: C++ core implements file services, search, sorting, compression, and duplicate detection.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2: a native DLL exposes a simple C-style API for interop.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Layer 3: C# WinForms handles layout, events, dialogs, and user interaction.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separation improves maintainability, testing, and future extensibility.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architecture is close to how real desktop tools are often structured.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Functional Requirements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9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List contents of a selected directory.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Navigate into folders and move through location history.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Open, create, rename, delete, copy, cut, and paste files and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the current directory contents.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Compress, decompress, and analyze storage-related operations.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Detect duplicates and show results to the user.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Data Structures and Algorithms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10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std::vector&lt;FileInfo&gt; stores file listings and result collections.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std::unordered_map is used for the inverted index and duplicate grouping.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std::sort is used for flexible ordering by different criteria.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std::filesystem provides traversal, metadata access, and path handling.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SHA-256 hashing supports content-based duplicate detection.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Search Implementation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 names are tokenized using separators such as underscore, hyphen, and dot.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Tokens are stored in an in-memory inverted index for fast lookup.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Exact token matches are preferred in the results.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Partial token matches are also supported for better usability.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design keeps search responsive for the active directory.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Duplicate Detection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12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Name-based detection groups files with identical file names.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Content-based detection first groups files by size to avoid unnecessary hashing.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Only same-size groups are hashed using SHA-256.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Files with identical hashes are reported as content duplicates.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recursive scan uses safe error-code traversal to skip broken paths.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Compression and Decompression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13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Zstandard was selected because it offers a strong balance of speed and compression ratio.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ZIP support was added for common archive compatibility.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user can choose the compression format from the interface.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ZIP extraction targets folders, while ZST decompression produces output files.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GUI calls these features through the native backend.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Clipboard-Style File Operations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14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Copy does not immediately duplicate the item; it stores copy intent.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Cut stores move intent in the application clipboard.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Paste executes the pending operation in the current destination folder.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behavior matches Windows File Explorer more closely.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Both files and folders are supported.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UI and Navigation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15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interface includes an address bar, search box, file grid, and context menu.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Keyboard shortcuts support Ctrl+C, Ctrl+X, Ctrl+V, Delete, F2, and Ctrl+L.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Alt+Left and Alt+Right navigate backward and forward through history.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Alt+Up and Backspace navigate to the parent folder.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Escape returns focus from text inputs back to the file grid.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Result Analysis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16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 separate analysis panel provides storage and benchmark utilities.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can measure search speed, sort speed, and compression behavior.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It also reports duplicate detection results and storage usage summaries.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A companion console can show minimal or detailed intermediate traces.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This makes the project more explainable during testing and defense.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Tools and Technologies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17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Languages: C++20 and C#.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Frameworks: WinForms and P/Invoke interoperability.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Libraries and APIs: STL, std::filesystem, Windows shell integration, Zstandard.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Development environment: Visual Studio 2022 targeting x64.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Design focus: modularity, interop safety, and practical desktop behavior.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Testing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18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Functional testing was performed for navigation, search, sorting, and file actions.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Interop testing verified correct communication between C# and the native DLL.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Compression, decompression, and duplicate detection were validated manually.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Keyboard shortcuts and context-menu interactions were also checked.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analysis panel was used for benchmark-style verification.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Conclusion and Future Work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19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FilePilot demonstrates a practical multi-layer desktop application architecture.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The project successfully combines native performance with rapid GUI development.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Core file manager operations, search, compression, and duplicate analysis were implemented.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Future work includes multi-select actions, drag-and-drop, preview panes, and conflict dialogs.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Background indexing and richer analysis charts could further improve the system.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References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20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[1] O. Bergman, R. Beyth-Marom, and R. Nachmias, "The user-subjective approach to personal information management systems," JASIST, 2003.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[2] J. Zobel and A. Moffat, "Inverted files for text search engines," ACM Computing Surveys, 2006.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[3] T. G. W. Epperly et al., "High-performance language interoperability for scientific computing through Babel," IJHPCA, 2012.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[4] A. P. Maulidina et al., "Comparative study of data compression algorithms: Zstandard, zlib &amp; LZ4," Springer, 2024.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[5] P. Warren, "Personal information management: The case for an evolutionary approach," Interacting with Computers, 2014.</a:t>
            </a:r>
            <a:endParaRPr lang="en-US" sz="1300">
              <a:latin typeface="Times New Roman"/>
              <a:cs typeface="Times New Roman"/>
            </a:endParaRPr>
          </a:p>
          <a:p>
            <a:pPr>
              <a:buNone/>
            </a:pPr>
            <a:r>
              <a:rPr lang="en-US" sz="1300" dirty="0">
                <a:latin typeface="Times New Roman"/>
                <a:cs typeface="Times New Roman"/>
              </a:rPr>
              <a:t>[6] O. Bergman, T. Israeli, and S. Whittaker, "Factors hindering shared files retrieval," Aslib Journal of Information Management, 2020.</a:t>
            </a:r>
            <a:endParaRPr lang="en-US"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>
  <p:cSld>
    <p:spTree>
      <p:nvGrpSpPr>
        <p:cNvPr id="1" name="Group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>
            <a:spLocks noGrp="1"/>
          </p:cNvSpPr>
          <p:nvPr>
            <p:ph type="title"/>
          </p:nvPr>
        </p:nvSpPr>
        <p:spPr>
          <a:xfrm>
            <a:off x="700000" y="500000"/>
            <a:ext cx="11800000" cy="900000"/>
          </a:xfrm>
          <a:prstGeom prst="rect"/>
        </p:spPr>
        <p:txBody>
          <a:bodyPr anchor="t"/>
          <a:lstStyle/>
          <a:p>
            <a:pPr algn="ctr">
              <a:buNone/>
            </a:pPr>
            <a:r>
              <a:rPr lang="en-US" sz="3000" dirty="0" b="1">
                <a:latin typeface="Times New Roman"/>
                <a:cs typeface="Times New Roman"/>
              </a:rPr>
              <a:t>Project Demonstration</a:t>
            </a:r>
            <a:endParaRPr lang="en-US" sz="3000">
              <a:latin typeface="Times New Roman"/>
              <a:cs typeface="Times New Roman"/>
            </a:endParaRPr>
          </a:p>
        </p:txBody>
      </p:sp>
      <p:sp>
        <p:nvSpPr>
          <p:cNvPr id="3" name="Slide Number"/>
          <p:cNvSpPr txBox="1">
            <a:spLocks noGrp="1"/>
          </p:cNvSpPr>
          <p:nvPr>
            <p:ph type="sldNum" idx="12"/>
          </p:nvPr>
        </p:nvSpPr>
        <p:spPr/>
        <p:txBody>
          <a:bodyPr anchor="ctr"/>
          <a:lstStyle/>
          <a:p>
            <a:fld id="{00000000-1234-1234-1234-123412341234}" type="slidenum">
              <a:rPr lang="en-GB"/>
              <a:pPr/>
              <a:t>21</a:t>
            </a:fld>
            <a:endParaRPr/>
          </a:p>
        </p:txBody>
      </p:sp>
      <p:sp>
        <p:nvSpPr>
          <p:cNvPr id="4" name="Body"/>
          <p:cNvSpPr>
            <a:spLocks noGrp="1"/>
          </p:cNvSpPr>
          <p:nvPr>
            <p:ph type="body" idx="1"/>
          </p:nvPr>
        </p:nvSpPr>
        <p:spPr>
          <a:xfrm>
            <a:off x="900000" y="1700000"/>
            <a:ext cx="11300000" cy="4700000"/>
          </a:xfrm>
        </p:spPr>
        <p:txBody>
          <a:bodyPr wrap="square"/>
          <a:lstStyle/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Launch the application and navigate between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Search and sort the current directory.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Create, rename, and delete files or folders.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Copy, cut, and paste items using the internal clipboard.</a:t>
            </a:r>
            <a:endParaRPr lang="en-US" sz="1900">
              <a:latin typeface="Times New Roman"/>
              <a:cs typeface="Times New Roman"/>
            </a:endParaRPr>
          </a:p>
          <a:p>
            <a:pPr>
              <a:buFont typeface="Arial" pitchFamily="34" charset="0"/>
              <a:buChar char="?"/>
            </a:pPr>
            <a:r>
              <a:rPr lang="en-US" sz="1900" dirty="0">
                <a:latin typeface="Times New Roman"/>
                <a:cs typeface="Times New Roman"/>
              </a:rPr>
              <a:t>Compress, decompress, and run duplicate detection and analysis.</a:t>
            </a:r>
            <a:endParaRPr lang="en-US"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1112</TotalTime>
  <Words>785</Words>
  <Application>Microsoft Office PowerPoint</Application>
  <PresentationFormat>Widescreen</PresentationFormat>
  <Paragraphs>117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Calibri Light</vt:lpstr>
      <vt:lpstr>Lato</vt:lpstr>
      <vt:lpstr>Times New Roman</vt:lpstr>
      <vt:lpstr>Office Theme</vt:lpstr>
      <vt:lpstr>1_Office Theme</vt:lpstr>
      <vt:lpstr>A Project Presentation​ On​ ‘Coffee Ghar: Conversational Coffee Ordering Chatbot with Smart Recommendations’</vt:lpstr>
      <vt:lpstr>Table of Contents</vt:lpstr>
      <vt:lpstr>Introduction</vt:lpstr>
      <vt:lpstr>Problem Statement</vt:lpstr>
      <vt:lpstr>Objectives</vt:lpstr>
      <vt:lpstr>Development Methodology</vt:lpstr>
      <vt:lpstr>Chatbot Implementation</vt:lpstr>
      <vt:lpstr>System Architecture</vt:lpstr>
      <vt:lpstr>Functional Requirement</vt:lpstr>
      <vt:lpstr>Functional Requirement</vt:lpstr>
      <vt:lpstr>Class Diagram</vt:lpstr>
      <vt:lpstr>Sequence Diagram</vt:lpstr>
      <vt:lpstr>Activity Diagram</vt:lpstr>
      <vt:lpstr>Component Diagram</vt:lpstr>
      <vt:lpstr>Deployment Diagram</vt:lpstr>
      <vt:lpstr>Result Analysis</vt:lpstr>
      <vt:lpstr>Frontend Integration</vt:lpstr>
      <vt:lpstr>Tools &amp; Technologies</vt:lpstr>
      <vt:lpstr>Conclusion</vt:lpstr>
      <vt:lpstr>References</vt:lpstr>
      <vt:lpstr>Project Demonstration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Project Presentation​ On​ ‘Coffee Ghar: Conversational Coffee Ordering Chatbot with Smart Recommendations’</dc:title>
  <dc:creator>Microsoft account</dc:creator>
  <cp:lastModifiedBy>Microsoft account</cp:lastModifiedBy>
  <cp:revision>60</cp:revision>
  <dcterms:created xsi:type="dcterms:W3CDTF">2025-07-17T04:14:59Z</dcterms:created>
  <dcterms:modified xsi:type="dcterms:W3CDTF">2025-09-16T07:35:58Z</dcterms:modified>
</cp:coreProperties>
</file>